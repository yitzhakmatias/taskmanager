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377440" cy="2377440"/>
          </a:xfrm>
          <a:prstGeom prst="ellipse">
            <a:avLst/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749040"/>
            <a:ext cx="2011680" cy="201168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86000"/>
            <a:ext cx="1005840" cy="45720"/>
          </a:xfrm>
          <a:prstGeom prst="rect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8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48640" y="2395728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React 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34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72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Node.js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410712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10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395728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395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JWT + bcrypt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734056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734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Prisma ORM v7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3072384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30723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MUI v9 Dark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0" y="3410712"/>
            <a:ext cx="1920240" cy="256032"/>
          </a:xfrm>
          <a:prstGeom prst="roundRect">
            <a:avLst>
              <a:gd name="adj" fmla="val 21429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34107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Docker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Smith  ·  Saul Rodrigo Tapia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— Desarrollo Full Stack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474720"/>
            <a:ext cx="2560320" cy="2560320"/>
          </a:xfrm>
          <a:prstGeom prst="ellipse">
            <a:avLst/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1463040" cy="146304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OBJETIVO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construimos?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4023360" cy="1481328"/>
          </a:xfrm>
          <a:prstGeom prst="roundRect">
            <a:avLst>
              <a:gd name="adj" fmla="val 740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645920"/>
            <a:ext cx="493776" cy="493776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Tareas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195681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completo. Cada usuario 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solamente sus propias tareas.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481328"/>
            <a:ext cx="4023360" cy="1481328"/>
          </a:xfrm>
          <a:prstGeom prst="roundRect">
            <a:avLst>
              <a:gd name="adj" fmla="val 740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10912" y="1645920"/>
            <a:ext cx="493776" cy="493776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1645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23560" y="16459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195681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bcrypt, login con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firmado, Bearer en headers.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127248"/>
            <a:ext cx="4023360" cy="1481328"/>
          </a:xfrm>
          <a:prstGeom prst="roundRect">
            <a:avLst>
              <a:gd name="adj" fmla="val 740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3291840"/>
            <a:ext cx="493776" cy="493776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60273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/ Application / Infrastructure.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desacoplado y escalable.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127248"/>
            <a:ext cx="4023360" cy="1481328"/>
          </a:xfrm>
          <a:prstGeom prst="roundRect">
            <a:avLst>
              <a:gd name="adj" fmla="val 740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10912" y="3291840"/>
            <a:ext cx="493776" cy="493776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2918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329184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Dark con MUI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602736"/>
            <a:ext cx="3127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MUI v9 ThemeProvider.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page, logout, feedback visual.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STACK TECNOLÓGICO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38912" y="1481328"/>
            <a:ext cx="2633472" cy="3383280"/>
          </a:xfrm>
          <a:prstGeom prst="roundRect">
            <a:avLst>
              <a:gd name="adj" fmla="val 416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554480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0F9ED5">
              <a:alpha val="80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048256"/>
            <a:ext cx="73152" cy="7315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9933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68880"/>
            <a:ext cx="73152" cy="7315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140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89504"/>
            <a:ext cx="73152" cy="7315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834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73152" cy="7315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255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v9 dark theme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73152" cy="7315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67588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useState / useEffect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151376"/>
            <a:ext cx="73152" cy="7315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40965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 + Bearer token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1481328"/>
            <a:ext cx="2633472" cy="3383280"/>
          </a:xfrm>
          <a:prstGeom prst="roundRect">
            <a:avLst>
              <a:gd name="adj" fmla="val 416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38144" y="1554480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4EA72E">
              <a:alpha val="80000"/>
            </a:srgbClr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38144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511296" y="2048256"/>
            <a:ext cx="73152" cy="7315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19933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11296" y="2468880"/>
            <a:ext cx="73152" cy="7315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4140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11296" y="2889504"/>
            <a:ext cx="73152" cy="7315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2834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11296" y="3310128"/>
            <a:ext cx="73152" cy="7315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255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v7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11296" y="3730752"/>
            <a:ext cx="73152" cy="7315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67588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(Docker)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11296" y="4151376"/>
            <a:ext cx="73152" cy="7315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40965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81344" y="1481328"/>
            <a:ext cx="2633472" cy="3383280"/>
          </a:xfrm>
          <a:prstGeom prst="roundRect">
            <a:avLst>
              <a:gd name="adj" fmla="val 416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1554480"/>
            <a:ext cx="2377440" cy="329184"/>
          </a:xfrm>
          <a:prstGeom prst="roundRect">
            <a:avLst>
              <a:gd name="adj" fmla="val 16667"/>
            </a:avLst>
          </a:prstGeom>
          <a:solidFill>
            <a:srgbClr val="B81C22">
              <a:alpha val="80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82512" y="2048256"/>
            <a:ext cx="73152" cy="7315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199339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(PostgreSQL)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82512" y="2468880"/>
            <a:ext cx="73152" cy="7315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2414016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dotenv + .env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82512" y="2889504"/>
            <a:ext cx="73152" cy="7315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283464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prisma.config.ts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82512" y="3310128"/>
            <a:ext cx="73152" cy="7315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28816" y="32552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prisma db push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82512" y="3730752"/>
            <a:ext cx="73152" cy="7315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28816" y="367588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seed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382512" y="4151376"/>
            <a:ext cx="73152" cy="7315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8816" y="409651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@prisma/adapter-pg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ARQUITECTURA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321040" cy="1042416"/>
          </a:xfrm>
          <a:prstGeom prst="roundRect">
            <a:avLst>
              <a:gd name="adj" fmla="val 10526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72768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B81C22">
              <a:alpha val="8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Entidades y contratos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31720" y="160020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task.entity.ts · user.entity.ts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77256" y="160020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task.repository.port.ts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9842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user.repository.port.ts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77256" y="198424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CreateTaskInput · UpdateTaskInput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33472"/>
            <a:ext cx="8321040" cy="1042416"/>
          </a:xfrm>
          <a:prstGeom prst="roundRect">
            <a:avLst>
              <a:gd name="adj" fmla="val 10526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432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F9ED5">
              <a:alpha val="85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6148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182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Lógica de negocio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277063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GetTasksUseCase · CreateTaskUseCase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77256" y="277063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UpdateTaskUseCase · DeleteTaskUseCase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31720" y="315468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LoginUseCase · RegisterUseCase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77256" y="315468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GetProfileUseCase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03904"/>
            <a:ext cx="8321040" cy="1042416"/>
          </a:xfrm>
          <a:prstGeom prst="roundRect">
            <a:avLst>
              <a:gd name="adj" fmla="val 10526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13632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4EA72E">
              <a:alpha val="85000"/>
            </a:srgbClr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9319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3525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</a:rPr>
              <a:t>Adaptadores externos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31720" y="394106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PrismaTaskRepository · PrismaUserRepository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77256" y="394106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task.router.ts · auth.router.ts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432511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auth.middleware.ts (requireAuth)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77256" y="4325112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index.ts — Composition Root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4EA72E">
              <a:alpha val="15000"/>
            </a:srgbClr>
          </a:solidFill>
          <a:ln w="12700">
            <a:solidFill>
              <a:srgbClr val="4EA72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BASE DE DATOS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Base de Datos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38912" y="1481328"/>
            <a:ext cx="2633472" cy="3310128"/>
          </a:xfrm>
          <a:prstGeom prst="roundRect">
            <a:avLst>
              <a:gd name="adj" fmla="val 416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554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4EA72E">
              <a:alpha val="90000"/>
            </a:srgbClr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Role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0482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Int  @id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47802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String  @unique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90779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 DateTime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3375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 User[]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0128" y="1481328"/>
            <a:ext cx="2633472" cy="3310128"/>
          </a:xfrm>
          <a:prstGeom prst="roundRect">
            <a:avLst>
              <a:gd name="adj" fmla="val 416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38144" y="1554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0F9ED5">
              <a:alpha val="90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8144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User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93008" y="20482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Int  @id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93008" y="247802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+ email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93008" y="290779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String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93008" y="33375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9E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roleId  Int  → Role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376732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 Task[]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93008" y="419709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 DateTime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81344" y="1481328"/>
            <a:ext cx="2633472" cy="3310128"/>
          </a:xfrm>
          <a:prstGeom prst="roundRect">
            <a:avLst>
              <a:gd name="adj" fmla="val 416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15544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B81C22">
              <a:alpha val="90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64224" y="2048256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Int  @id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247802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 String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64224" y="2907792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  Boolean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3337560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userId  Int?  → User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376732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 DateTime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072384" y="2743200"/>
            <a:ext cx="566928" cy="0"/>
          </a:xfrm>
          <a:prstGeom prst="line">
            <a:avLst/>
          </a:prstGeom>
          <a:noFill/>
          <a:ln w="19050">
            <a:solidFill>
              <a:srgbClr val="4EA72E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943600" y="2926080"/>
            <a:ext cx="566928" cy="0"/>
          </a:xfrm>
          <a:prstGeom prst="line">
            <a:avLst/>
          </a:prstGeom>
          <a:noFill/>
          <a:ln w="19050">
            <a:solidFill>
              <a:srgbClr val="0F9ED5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090672" y="25420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EA72E"/>
                </a:solidFill>
              </a:rPr>
              <a:t>1:N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61888" y="272491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9ED5"/>
                </a:solidFill>
              </a:rPr>
              <a:t>1:N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474720"/>
            <a:ext cx="2194560" cy="219456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SEGURIDAD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26464"/>
            <a:ext cx="2706624" cy="594360"/>
          </a:xfrm>
          <a:prstGeom prst="roundRect">
            <a:avLst>
              <a:gd name="adj" fmla="val 12308"/>
            </a:avLst>
          </a:prstGeom>
          <a:solidFill>
            <a:srgbClr val="0F9ED5">
              <a:alpha val="75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26464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63824" y="1723644"/>
            <a:ext cx="192024" cy="0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5848" y="1426464"/>
            <a:ext cx="2706624" cy="594360"/>
          </a:xfrm>
          <a:prstGeom prst="roundRect">
            <a:avLst>
              <a:gd name="adj" fmla="val 12308"/>
            </a:avLst>
          </a:prstGeom>
          <a:solidFill>
            <a:srgbClr val="8BA7C0">
              <a:alpha val="75000"/>
            </a:srgbClr>
          </a:solidFill>
          <a:ln w="12700">
            <a:solidFill>
              <a:srgbClr val="8BA7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426464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bcrypt.compare()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2472" y="1723644"/>
            <a:ext cx="192024" cy="0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4496" y="1426464"/>
            <a:ext cx="2706624" cy="594360"/>
          </a:xfrm>
          <a:prstGeom prst="roundRect">
            <a:avLst>
              <a:gd name="adj" fmla="val 12308"/>
            </a:avLst>
          </a:prstGeom>
          <a:solidFill>
            <a:srgbClr val="B81C22">
              <a:alpha val="7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426464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jwt.sign()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76272"/>
            <a:ext cx="2706624" cy="594360"/>
          </a:xfrm>
          <a:prstGeom prst="roundRect">
            <a:avLst>
              <a:gd name="adj" fmla="val 12308"/>
            </a:avLst>
          </a:prstGeom>
          <a:solidFill>
            <a:srgbClr val="4EA72E">
              <a:alpha val="75000"/>
            </a:srgbClr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76272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Bearer token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63824" y="2473452"/>
            <a:ext cx="192024" cy="0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5848" y="2176272"/>
            <a:ext cx="2706624" cy="594360"/>
          </a:xfrm>
          <a:prstGeom prst="roundRect">
            <a:avLst>
              <a:gd name="adj" fmla="val 12308"/>
            </a:avLst>
          </a:prstGeom>
          <a:solidFill>
            <a:srgbClr val="0F9ED5">
              <a:alpha val="75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176272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requireAuth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62472" y="2473452"/>
            <a:ext cx="192024" cy="0"/>
          </a:xfrm>
          <a:prstGeom prst="line">
            <a:avLst/>
          </a:prstGeom>
          <a:noFill/>
          <a:ln w="1905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54496" y="2176272"/>
            <a:ext cx="2706624" cy="594360"/>
          </a:xfrm>
          <a:prstGeom prst="roundRect">
            <a:avLst>
              <a:gd name="adj" fmla="val 12308"/>
            </a:avLst>
          </a:prstGeom>
          <a:solidFill>
            <a:srgbClr val="B81C22">
              <a:alpha val="7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2176272"/>
            <a:ext cx="2706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req.userId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816352"/>
            <a:ext cx="8321040" cy="2176272"/>
          </a:xfrm>
          <a:prstGeom prst="roundRect">
            <a:avLst>
              <a:gd name="adj" fmla="val 4202"/>
            </a:avLst>
          </a:prstGeom>
          <a:solidFill>
            <a:srgbClr val="0A1929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1792" y="2926080"/>
            <a:ext cx="7991856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login.use-case.ts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match = await bcrypt.compare(password, user.password);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(!match) throw new Error('Invalid credentials');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token = jwt.sign(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userId: user.id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process.env.JWT_SECRET,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expiresIn: '1h'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 message: 'Login successful', token };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365760"/>
            <a:ext cx="1463040" cy="1463040"/>
          </a:xfrm>
          <a:prstGeom prst="ellipse">
            <a:avLst/>
          </a:prstGeom>
          <a:solidFill>
            <a:srgbClr val="4EA72E">
              <a:alpha val="15000"/>
            </a:srgbClr>
          </a:solidFill>
          <a:ln w="12700">
            <a:solidFill>
              <a:srgbClr val="4EA72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REGISTRO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 POST /register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75488" y="1444752"/>
            <a:ext cx="347472" cy="34747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44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463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name, email, password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084832"/>
            <a:ext cx="347472" cy="34747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848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1832" y="21031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email no existe en DB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2724912"/>
            <a:ext cx="347472" cy="34747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743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bcrypt.hash(password, 10)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" y="3364992"/>
            <a:ext cx="347472" cy="34747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1832" y="33832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prisma.user.create con roleId =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" y="4005072"/>
            <a:ext cx="347472" cy="347472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1832" y="4023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 usuario sin password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426464"/>
            <a:ext cx="4114800" cy="3529584"/>
          </a:xfrm>
          <a:prstGeom prst="roundRect">
            <a:avLst>
              <a:gd name="adj" fmla="val 2591"/>
            </a:avLst>
          </a:prstGeom>
          <a:solidFill>
            <a:srgbClr val="0A1929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1536192"/>
            <a:ext cx="3785616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register.use-case.ts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exists = await userRepo.findByEmail(email);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(exists) throw new Error('Email already in use');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hash = await bcrypt.hash(password, 10);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await userRepo.create({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 email,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password: hash, roleId: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password: _, ...safe } = user;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safe;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657600"/>
            <a:ext cx="2011680" cy="2011680"/>
          </a:xfrm>
          <a:prstGeom prst="ellipse">
            <a:avLst/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MIDDLEWARE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 requireAuth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4069080" cy="749808"/>
          </a:xfrm>
          <a:prstGeom prst="roundRect">
            <a:avLst>
              <a:gd name="adj" fmla="val 14634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517904"/>
            <a:ext cx="64008" cy="585216"/>
          </a:xfrm>
          <a:prstGeom prst="roundRect">
            <a:avLst>
              <a:gd name="adj" fmla="val 57143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996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Authorization header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401 No token provided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22576"/>
            <a:ext cx="4069080" cy="749808"/>
          </a:xfrm>
          <a:prstGeom prst="roundRect">
            <a:avLst>
              <a:gd name="adj" fmla="val 14634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2395728"/>
            <a:ext cx="64008" cy="585216"/>
          </a:xfrm>
          <a:prstGeom prst="roundRect">
            <a:avLst>
              <a:gd name="adj" fmla="val 57143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77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formato incorrecto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" y="26700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401 Malformed authorization header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4069080" cy="749808"/>
          </a:xfrm>
          <a:prstGeom prst="roundRect">
            <a:avLst>
              <a:gd name="adj" fmla="val 14634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" y="3273552"/>
            <a:ext cx="64008" cy="585216"/>
          </a:xfrm>
          <a:prstGeom prst="roundRect">
            <a:avLst>
              <a:gd name="adj" fmla="val 57143"/>
            </a:avLst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25526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jwt.verify(token, secret)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3547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Decodifica payload { userId 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78224"/>
            <a:ext cx="4069080" cy="749808"/>
          </a:xfrm>
          <a:prstGeom prst="roundRect">
            <a:avLst>
              <a:gd name="adj" fmla="val 14634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" y="4151376"/>
            <a:ext cx="64008" cy="585216"/>
          </a:xfrm>
          <a:prstGeom prst="roundRect">
            <a:avLst>
              <a:gd name="adj" fmla="val 57143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330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req.userId = decoded.userId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" y="4425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next()  continúa al handler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426464"/>
            <a:ext cx="4114800" cy="3529584"/>
          </a:xfrm>
          <a:prstGeom prst="roundRect">
            <a:avLst>
              <a:gd name="adj" fmla="val 2591"/>
            </a:avLst>
          </a:prstGeom>
          <a:solidFill>
            <a:srgbClr val="0A1929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1536192"/>
            <a:ext cx="3785616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auth.middleware.ts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requireAuth(req, res, next)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auth = req.headers.authorization;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(!auth) return res.status(401)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.json({ message: 'No token provided'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token = auth.split(' ')[1];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decoded = jwt.verify(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token, process.env.JWT_SECRET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req.userId = decoded.userId;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 —  React + MUI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75488" y="1426464"/>
            <a:ext cx="4206240" cy="585216"/>
          </a:xfrm>
          <a:prstGeom prst="roundRect">
            <a:avLst>
              <a:gd name="adj" fmla="val 18750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499616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B81C22">
              <a:alpha val="8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9961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TABS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71600" y="1481328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Registrarse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71600" y="1709928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&lt;Tabs&gt; alterna entre modos sin recargar.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103120"/>
            <a:ext cx="4206240" cy="585216"/>
          </a:xfrm>
          <a:prstGeom prst="roundRect">
            <a:avLst>
              <a:gd name="adj" fmla="val 18750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" y="2176272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B81C22">
              <a:alpha val="8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17627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STATE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371600" y="2157984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en useState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71600" y="238658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en estado React — nunca en localStorage.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2779776"/>
            <a:ext cx="4206240" cy="585216"/>
          </a:xfrm>
          <a:prstGeom prst="roundRect">
            <a:avLst>
              <a:gd name="adj" fmla="val 18750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852928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B81C22">
              <a:alpha val="8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8529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AUTO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2834640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Auto-login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registro hace POST /login automáticamente.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3456432"/>
            <a:ext cx="4206240" cy="585216"/>
          </a:xfrm>
          <a:prstGeom prst="roundRect">
            <a:avLst>
              <a:gd name="adj" fmla="val 18750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529584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B81C22">
              <a:alpha val="8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52958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ALERT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3511296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del backend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371600" y="373989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&lt;Alert severity='error'&gt; muestra mensajes.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" y="4133088"/>
            <a:ext cx="4206240" cy="585216"/>
          </a:xfrm>
          <a:prstGeom prst="roundRect">
            <a:avLst>
              <a:gd name="adj" fmla="val 18750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4206240"/>
            <a:ext cx="713232" cy="347472"/>
          </a:xfrm>
          <a:prstGeom prst="roundRect">
            <a:avLst>
              <a:gd name="adj" fmla="val 15789"/>
            </a:avLst>
          </a:prstGeom>
          <a:solidFill>
            <a:srgbClr val="B81C22">
              <a:alpha val="85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20624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SPIN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371600" y="4187952"/>
            <a:ext cx="3218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carga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371600" y="441655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&lt;CircularProgress&gt; mientras espera respuesta.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1371600"/>
            <a:ext cx="3886200" cy="3547872"/>
          </a:xfrm>
          <a:prstGeom prst="roundRect">
            <a:avLst>
              <a:gd name="adj" fmla="val 3093"/>
            </a:avLst>
          </a:prstGeom>
          <a:solidFill>
            <a:srgbClr val="14213D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536192"/>
            <a:ext cx="457200" cy="457200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08483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074920" y="2542032"/>
            <a:ext cx="3520440" cy="292608"/>
          </a:xfrm>
          <a:prstGeom prst="roundRect">
            <a:avLst>
              <a:gd name="adj" fmla="val 18750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3208" y="2560320"/>
            <a:ext cx="1719072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256032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Iniciar Sesion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30568" y="25603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7C0"/>
                </a:solidFill>
              </a:rPr>
              <a:t>Registrarse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74920" y="2944368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96265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7C0"/>
                </a:solidFill>
              </a:rPr>
              <a:t>Correo electronico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166360" y="312724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usuario@ejemplo.com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3584448"/>
            <a:ext cx="3520440" cy="475488"/>
          </a:xfrm>
          <a:prstGeom prst="roundRect">
            <a:avLst>
              <a:gd name="adj" fmla="val 11538"/>
            </a:avLst>
          </a:prstGeom>
          <a:solidFill>
            <a:srgbClr val="1D4872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602736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7C0"/>
                </a:solidFill>
              </a:rPr>
              <a:t>Contrasena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66360" y="3767328"/>
            <a:ext cx="3346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</a:rPr>
              <a:t>••••••••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4315968"/>
            <a:ext cx="3520440" cy="384048"/>
          </a:xfrm>
          <a:prstGeom prst="roundRect">
            <a:avLst>
              <a:gd name="adj" fmla="val 1666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43159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Entrar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1828800" cy="1828800"/>
          </a:xfrm>
          <a:prstGeom prst="ellipse">
            <a:avLst/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taskService.ts  —  Capa de API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75488" y="1426464"/>
            <a:ext cx="4133088" cy="502920"/>
          </a:xfrm>
          <a:prstGeom prst="roundRect">
            <a:avLst>
              <a:gd name="adj" fmla="val 21818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538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login(email, pw)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824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 → { token 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" y="2020824"/>
            <a:ext cx="4133088" cy="502920"/>
          </a:xfrm>
          <a:prstGeom prst="roundRect">
            <a:avLst>
              <a:gd name="adj" fmla="val 21818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0482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register(name, email, pw)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768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 → crea cuenta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615184"/>
            <a:ext cx="4133088" cy="502920"/>
          </a:xfrm>
          <a:prstGeom prst="roundRect">
            <a:avLst>
              <a:gd name="adj" fmla="val 21818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642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getTasks(token)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8712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/tasks + Authorization header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3209544"/>
            <a:ext cx="4133088" cy="502920"/>
          </a:xfrm>
          <a:prstGeom prst="roundRect">
            <a:avLst>
              <a:gd name="adj" fmla="val 21818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369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createTask(text, token)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4655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/tasks + body + header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" y="3803904"/>
            <a:ext cx="4133088" cy="502920"/>
          </a:xfrm>
          <a:prstGeom prst="roundRect">
            <a:avLst>
              <a:gd name="adj" fmla="val 21818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831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toggleTask(id, done, tk)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59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/tasks/:id → toggle estado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4398264"/>
            <a:ext cx="4133088" cy="502920"/>
          </a:xfrm>
          <a:prstGeom prst="roundRect">
            <a:avLst>
              <a:gd name="adj" fmla="val 21818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4256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deleteTask(id, token)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6542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/tasks/:id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1426464"/>
            <a:ext cx="4069080" cy="3529584"/>
          </a:xfrm>
          <a:prstGeom prst="roundRect">
            <a:avLst>
              <a:gd name="adj" fmla="val 2591"/>
            </a:avLst>
          </a:prstGeom>
          <a:solidFill>
            <a:srgbClr val="0A1929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73752" y="1536192"/>
            <a:ext cx="3739896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A7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authHeaders helper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authHeaders(token)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'Content-Type': 'application/json',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Authorization: `Bearer ${token}`,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getTasks(token)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`${BASE_URL}/tasks`,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headers: authHeaders(token)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res.json();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EVIDENCIA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Implementación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38912" y="1426464"/>
            <a:ext cx="4160520" cy="2240280"/>
          </a:xfrm>
          <a:prstGeom prst="roundRect">
            <a:avLst>
              <a:gd name="adj" fmla="val 4898"/>
            </a:avLst>
          </a:prstGeom>
          <a:solidFill>
            <a:srgbClr val="1D4872"/>
          </a:solidFill>
          <a:ln w="12700">
            <a:solidFill>
              <a:srgbClr val="8BA7C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79092" y="2043684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9092" y="204368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7C0"/>
                </a:solidFill>
              </a:rPr>
              <a:t>Screenshot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33924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Login Page — MUI Dark Theme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45152" y="1426464"/>
            <a:ext cx="4160520" cy="2240280"/>
          </a:xfrm>
          <a:prstGeom prst="roundRect">
            <a:avLst>
              <a:gd name="adj" fmla="val 4898"/>
            </a:avLst>
          </a:prstGeom>
          <a:solidFill>
            <a:srgbClr val="1D4872"/>
          </a:solidFill>
          <a:ln w="12700">
            <a:solidFill>
              <a:srgbClr val="8BA7C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5332" y="2043684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5332" y="2043684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7C0"/>
                </a:solidFill>
              </a:rPr>
              <a:t>Screenshot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6592" y="33924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Task Manager — Tareas del usuario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" y="3785616"/>
            <a:ext cx="4160520" cy="1143000"/>
          </a:xfrm>
          <a:prstGeom prst="roundRect">
            <a:avLst>
              <a:gd name="adj" fmla="val 9600"/>
            </a:avLst>
          </a:prstGeom>
          <a:solidFill>
            <a:srgbClr val="1D4872"/>
          </a:solidFill>
          <a:ln w="12700">
            <a:solidFill>
              <a:srgbClr val="8BA7C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879092" y="3854196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9092" y="38541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7C0"/>
                </a:solidFill>
              </a:rPr>
              <a:t>Screenshot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542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POST /register — Postman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45152" y="3785616"/>
            <a:ext cx="4160520" cy="1143000"/>
          </a:xfrm>
          <a:prstGeom prst="roundRect">
            <a:avLst>
              <a:gd name="adj" fmla="val 9600"/>
            </a:avLst>
          </a:prstGeom>
          <a:solidFill>
            <a:srgbClr val="1D4872"/>
          </a:solidFill>
          <a:ln w="12700">
            <a:solidFill>
              <a:srgbClr val="8BA7C0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5332" y="3854196"/>
            <a:ext cx="1280160" cy="640080"/>
          </a:xfrm>
          <a:prstGeom prst="roundRect">
            <a:avLst>
              <a:gd name="adj" fmla="val 14286"/>
            </a:avLst>
          </a:prstGeom>
          <a:solidFill>
            <a:srgbClr val="0E2841"/>
          </a:solidFill>
          <a:ln w="6350">
            <a:solidFill>
              <a:srgbClr val="8BA7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5332" y="385419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7C0"/>
                </a:solidFill>
              </a:rPr>
              <a:t>Screenshot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465429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7C0"/>
                </a:solidFill>
              </a:rPr>
              <a:t>GET /tasks — Bearer token header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566160"/>
            <a:ext cx="2194560" cy="2194560"/>
          </a:xfrm>
          <a:prstGeom prst="ellipse">
            <a:avLst/>
          </a:prstGeom>
          <a:solidFill>
            <a:srgbClr val="4EA72E">
              <a:alpha val="15000"/>
            </a:srgbClr>
          </a:solidFill>
          <a:ln w="12700">
            <a:solidFill>
              <a:srgbClr val="4EA72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47472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47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FLUJO E2E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la Aplicación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38912" y="1444752"/>
            <a:ext cx="2688336" cy="1572768"/>
          </a:xfrm>
          <a:prstGeom prst="roundRect">
            <a:avLst>
              <a:gd name="adj" fmla="val 697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" y="1572768"/>
            <a:ext cx="457200" cy="457200"/>
          </a:xfrm>
          <a:prstGeom prst="ellipse">
            <a:avLst/>
          </a:prstGeom>
          <a:solidFill>
            <a:srgbClr val="0F9ED5">
              <a:alpha val="90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" y="15910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213969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/register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bcrypt.hash → prisma.create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27248" y="2231136"/>
            <a:ext cx="182880" cy="0"/>
          </a:xfrm>
          <a:prstGeom prst="line">
            <a:avLst/>
          </a:prstGeom>
          <a:noFill/>
          <a:ln w="1524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310128" y="1444752"/>
            <a:ext cx="2688336" cy="1572768"/>
          </a:xfrm>
          <a:prstGeom prst="roundRect">
            <a:avLst>
              <a:gd name="adj" fmla="val 697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56432" y="1572768"/>
            <a:ext cx="457200" cy="457200"/>
          </a:xfrm>
          <a:prstGeom prst="ellipse">
            <a:avLst/>
          </a:prstGeom>
          <a:solidFill>
            <a:srgbClr val="B81C22">
              <a:alpha val="90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5910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56432" y="213969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/login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bcrypt.compare → jwt.sign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98464" y="2231136"/>
            <a:ext cx="182880" cy="0"/>
          </a:xfrm>
          <a:prstGeom prst="line">
            <a:avLst/>
          </a:prstGeom>
          <a:noFill/>
          <a:ln w="1524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81344" y="1444752"/>
            <a:ext cx="2688336" cy="1572768"/>
          </a:xfrm>
          <a:prstGeom prst="roundRect">
            <a:avLst>
              <a:gd name="adj" fmla="val 697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27648" y="1572768"/>
            <a:ext cx="457200" cy="457200"/>
          </a:xfrm>
          <a:prstGeom prst="ellipse">
            <a:avLst/>
          </a:prstGeom>
          <a:solidFill>
            <a:srgbClr val="4EA72E">
              <a:alpha val="90000"/>
            </a:srgbClr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94576" y="15910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2139696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useState(token)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localStorage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3163824"/>
            <a:ext cx="2688336" cy="1572768"/>
          </a:xfrm>
          <a:prstGeom prst="roundRect">
            <a:avLst>
              <a:gd name="adj" fmla="val 697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5216" y="3291840"/>
            <a:ext cx="457200" cy="457200"/>
          </a:xfrm>
          <a:prstGeom prst="ellipse">
            <a:avLst/>
          </a:prstGeom>
          <a:solidFill>
            <a:srgbClr val="0F9ED5">
              <a:alpha val="90000"/>
            </a:srgbClr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2144" y="331012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5216" y="3858768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getTasks(token)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...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127248" y="3950208"/>
            <a:ext cx="182880" cy="0"/>
          </a:xfrm>
          <a:prstGeom prst="line">
            <a:avLst/>
          </a:prstGeom>
          <a:noFill/>
          <a:ln w="1524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10128" y="3163824"/>
            <a:ext cx="2688336" cy="1572768"/>
          </a:xfrm>
          <a:prstGeom prst="roundRect">
            <a:avLst>
              <a:gd name="adj" fmla="val 697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56432" y="3291840"/>
            <a:ext cx="457200" cy="457200"/>
          </a:xfrm>
          <a:prstGeom prst="ellipse">
            <a:avLst/>
          </a:prstGeom>
          <a:solidFill>
            <a:srgbClr val="B81C22">
              <a:alpha val="90000"/>
            </a:srgbClr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23360" y="331012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456432" y="3858768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jwt.verify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req.userId = decoded.userId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98464" y="3950208"/>
            <a:ext cx="182880" cy="0"/>
          </a:xfrm>
          <a:prstGeom prst="line">
            <a:avLst/>
          </a:prstGeom>
          <a:noFill/>
          <a:ln w="15240">
            <a:solidFill>
              <a:srgbClr val="8BA7C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81344" y="3163824"/>
            <a:ext cx="2688336" cy="1572768"/>
          </a:xfrm>
          <a:prstGeom prst="roundRect">
            <a:avLst>
              <a:gd name="adj" fmla="val 6977"/>
            </a:avLst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27648" y="3291840"/>
            <a:ext cx="457200" cy="457200"/>
          </a:xfrm>
          <a:prstGeom prst="ellipse">
            <a:avLst/>
          </a:prstGeom>
          <a:solidFill>
            <a:srgbClr val="4EA72E">
              <a:alpha val="90000"/>
            </a:srgbClr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94576" y="3310128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327648" y="3858768"/>
            <a:ext cx="2414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findMany({ where: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userId } }) → JSON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822960"/>
            <a:ext cx="2560320" cy="2560320"/>
          </a:xfrm>
          <a:prstGeom prst="ellipse">
            <a:avLst/>
          </a:prstGeom>
          <a:solidFill>
            <a:srgbClr val="B81C22">
              <a:alpha val="15000"/>
            </a:srgbClr>
          </a:solidFill>
          <a:ln w="12700">
            <a:solidFill>
              <a:srgbClr val="B81C2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657600"/>
            <a:ext cx="2011680" cy="2011680"/>
          </a:xfrm>
          <a:prstGeom prst="ellipse">
            <a:avLst/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182880"/>
            <a:ext cx="4206240" cy="4206240"/>
          </a:xfrm>
          <a:prstGeom prst="ellipse">
            <a:avLst/>
          </a:prstGeom>
          <a:solidFill>
            <a:srgbClr val="1D4872">
              <a:alpha val="25000"/>
            </a:srgbClr>
          </a:solidFill>
          <a:ln w="12700">
            <a:solidFill>
              <a:srgbClr val="1D4872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420624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4206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CONCLUSIONES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completado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éxito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94360" y="2542032"/>
            <a:ext cx="182880" cy="182880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871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garantiza código desacoplado y mantenible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017520"/>
            <a:ext cx="182880" cy="182880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6265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protegen todos los endpoints con autenticación segura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493008"/>
            <a:ext cx="182880" cy="182880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381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userId en Task asegura aislamiento total de datos por usuario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968496"/>
            <a:ext cx="182880" cy="182880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1363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 v9 dark theme + React entrega una UI moderna y profesional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4443984"/>
            <a:ext cx="182880" cy="182880"/>
          </a:xfrm>
          <a:prstGeom prst="ellipse">
            <a:avLst/>
          </a:prstGeom>
          <a:solidFill>
            <a:srgbClr val="B81C22"/>
          </a:solidFill>
          <a:ln w="12700">
            <a:solidFill>
              <a:srgbClr val="B81C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38912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v7 + PostgreSQL provee ORM tipado con migraciones automáticas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D4872"/>
          </a:solidFill>
          <a:ln w="12700">
            <a:solidFill>
              <a:srgbClr val="1D48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82896"/>
            <a:ext cx="8229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7C0"/>
                </a:solidFill>
              </a:rPr>
              <a:t>John Smith  ·  Saul Rodrigo Tapia  ·  Módulo 1 Desarrollo Full Stack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Manager Full Stack</dc:title>
  <dc:subject>PptxGenJS Presentation</dc:subject>
  <dc:creator>John Smith &amp; Saul Rodrigo Tapia</dc:creator>
  <cp:lastModifiedBy>John Smith &amp; Saul Rodrigo Tapia</cp:lastModifiedBy>
  <cp:revision>1</cp:revision>
  <dcterms:created xsi:type="dcterms:W3CDTF">2026-07-06T16:37:03Z</dcterms:created>
  <dcterms:modified xsi:type="dcterms:W3CDTF">2026-07-06T16:37:03Z</dcterms:modified>
</cp:coreProperties>
</file>