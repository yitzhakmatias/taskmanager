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56" y="-1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9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2743200" y="201168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-914400" y="82296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4572000" y="18288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980000">
            <a:off x="6400800" y="-731520"/>
            <a:ext cx="9144000" cy="9144"/>
          </a:xfrm>
          <a:prstGeom prst="line">
            <a:avLst/>
          </a:prstGeom>
          <a:noFill/>
          <a:ln w="15240">
            <a:solidFill>
              <a:srgbClr val="7C3AED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1980000">
            <a:off x="-1828800" y="5486400"/>
            <a:ext cx="11887200" cy="9144"/>
          </a:xfrm>
          <a:prstGeom prst="line">
            <a:avLst/>
          </a:prstGeom>
          <a:noFill/>
          <a:ln w="1524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0448" y="1371600"/>
            <a:ext cx="47548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719072"/>
            <a:ext cx="42062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1901952"/>
            <a:ext cx="128016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1901952"/>
            <a:ext cx="128016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61888" y="1444752"/>
            <a:ext cx="82296" cy="82296"/>
          </a:xfrm>
          <a:prstGeom prst="ellipse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444752"/>
            <a:ext cx="82296" cy="82296"/>
          </a:xfrm>
          <a:prstGeom prst="ellipse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7744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7800" dirty="0"/>
          </a:p>
        </p:txBody>
      </p:sp>
      <p:sp>
        <p:nvSpPr>
          <p:cNvPr id="20" name="Text 18"/>
          <p:cNvSpPr/>
          <p:nvPr/>
        </p:nvSpPr>
        <p:spPr>
          <a:xfrm>
            <a:off x="3474720" y="3730752"/>
            <a:ext cx="5239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Application   ›››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200400" y="4370832"/>
            <a:ext cx="5788152" cy="475488"/>
          </a:xfrm>
          <a:prstGeom prst="roundRect">
            <a:avLst>
              <a:gd name="adj" fmla="val 19231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4370832"/>
            <a:ext cx="5788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Yitzhak Matias · Saul Rodrigo Tapia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63093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NODE.JS · PRISMA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6309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 con Autenticacion JWT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3657600" y="182880"/>
            <a:ext cx="10058400" cy="9144"/>
          </a:xfrm>
          <a:prstGeom prst="line">
            <a:avLst/>
          </a:prstGeom>
          <a:noFill/>
          <a:ln w="15240">
            <a:solidFill>
              <a:srgbClr val="7C3AED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5029200" y="-548640"/>
            <a:ext cx="9144000" cy="9144"/>
          </a:xfrm>
          <a:prstGeom prst="line">
            <a:avLst/>
          </a:prstGeom>
          <a:noFill/>
          <a:ln w="1524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2743200" y="3474720"/>
            <a:ext cx="10058400" cy="9144"/>
          </a:xfrm>
          <a:prstGeom prst="line">
            <a:avLst/>
          </a:prstGeom>
          <a:noFill/>
          <a:ln w="15240">
            <a:solidFill>
              <a:srgbClr val="7C3AED">
                <a:alpha val="4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980000">
            <a:off x="1828800" y="475488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749808"/>
            <a:ext cx="292608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" y="960120"/>
            <a:ext cx="25603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298448"/>
            <a:ext cx="5303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320040" y="2212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capas · Creando soluciones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27889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161288" y="27889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31912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React · Express · Prisma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2651760" cy="9144"/>
          </a:xfrm>
          <a:prstGeom prst="line">
            <a:avLst/>
          </a:prstGeom>
          <a:noFill/>
          <a:ln w="9525">
            <a:solidFill>
              <a:srgbClr val="8892A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20040" y="449884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1161288" y="449884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1288" y="490118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· Application · Infrastructure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34640" y="27889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3675888" y="27889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JWT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75888" y="31912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· Login · requireAuth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34640" y="3657600"/>
            <a:ext cx="2651760" cy="9144"/>
          </a:xfrm>
          <a:prstGeom prst="line">
            <a:avLst/>
          </a:prstGeom>
          <a:noFill/>
          <a:ln w="9525">
            <a:solidFill>
              <a:srgbClr val="8892A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834640" y="449884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3675888" y="449884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MUI Dark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75888" y="490118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TaskList · MUI v9 Components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502920"/>
            <a:ext cx="5742432" cy="5989320"/>
          </a:xfrm>
          <a:prstGeom prst="roundRect">
            <a:avLst>
              <a:gd name="adj" fmla="val 2389"/>
            </a:avLst>
          </a:prstGeom>
          <a:solidFill>
            <a:srgbClr val="080E2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777240"/>
            <a:ext cx="5376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63640" y="1325880"/>
            <a:ext cx="2606040" cy="804672"/>
          </a:xfrm>
          <a:prstGeom prst="roundRect">
            <a:avLst>
              <a:gd name="adj" fmla="val 11364"/>
            </a:avLst>
          </a:prstGeom>
          <a:solidFill>
            <a:srgbClr val="10172A"/>
          </a:solidFill>
          <a:ln w="9525">
            <a:solidFill>
              <a:srgbClr val="1E30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1664208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6248" y="1472184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79992" y="1325880"/>
            <a:ext cx="2606040" cy="804672"/>
          </a:xfrm>
          <a:prstGeom prst="roundRect">
            <a:avLst>
              <a:gd name="adj" fmla="val 11364"/>
            </a:avLst>
          </a:prstGeom>
          <a:solidFill>
            <a:srgbClr val="10172A"/>
          </a:solidFill>
          <a:ln w="9525">
            <a:solidFill>
              <a:srgbClr val="1E30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17152" y="1664208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2600" y="1472184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63640" y="2404872"/>
            <a:ext cx="2606040" cy="804672"/>
          </a:xfrm>
          <a:prstGeom prst="roundRect">
            <a:avLst>
              <a:gd name="adj" fmla="val 11364"/>
            </a:avLst>
          </a:prstGeom>
          <a:solidFill>
            <a:srgbClr val="10172A"/>
          </a:solidFill>
          <a:ln w="9525">
            <a:solidFill>
              <a:srgbClr val="1E30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2743200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2551176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079992" y="2404872"/>
            <a:ext cx="2606040" cy="804672"/>
          </a:xfrm>
          <a:prstGeom prst="roundRect">
            <a:avLst>
              <a:gd name="adj" fmla="val 11364"/>
            </a:avLst>
          </a:prstGeom>
          <a:solidFill>
            <a:srgbClr val="10172A"/>
          </a:solidFill>
          <a:ln w="9525">
            <a:solidFill>
              <a:srgbClr val="1E30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17152" y="27432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2551176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v7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63640" y="3483864"/>
            <a:ext cx="2606040" cy="804672"/>
          </a:xfrm>
          <a:prstGeom prst="roundRect">
            <a:avLst>
              <a:gd name="adj" fmla="val 11364"/>
            </a:avLst>
          </a:prstGeom>
          <a:solidFill>
            <a:srgbClr val="10172A"/>
          </a:solidFill>
          <a:ln w="9525">
            <a:solidFill>
              <a:srgbClr val="1E30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3822192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56248" y="3630168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079992" y="3483864"/>
            <a:ext cx="2606040" cy="804672"/>
          </a:xfrm>
          <a:prstGeom prst="roundRect">
            <a:avLst>
              <a:gd name="adj" fmla="val 11364"/>
            </a:avLst>
          </a:prstGeom>
          <a:solidFill>
            <a:srgbClr val="10172A"/>
          </a:solidFill>
          <a:ln w="9525">
            <a:solidFill>
              <a:srgbClr val="1E30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17152" y="382219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72600" y="3630168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(jsonwebtoken)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63640" y="4562856"/>
            <a:ext cx="2606040" cy="804672"/>
          </a:xfrm>
          <a:prstGeom prst="roundRect">
            <a:avLst>
              <a:gd name="adj" fmla="val 11364"/>
            </a:avLst>
          </a:prstGeom>
          <a:solidFill>
            <a:srgbClr val="10172A"/>
          </a:solidFill>
          <a:ln w="9525">
            <a:solidFill>
              <a:srgbClr val="1E30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0" y="4901184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56248" y="4709160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v9 Dark Theme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079992" y="4562856"/>
            <a:ext cx="2606040" cy="804672"/>
          </a:xfrm>
          <a:prstGeom prst="roundRect">
            <a:avLst>
              <a:gd name="adj" fmla="val 11364"/>
            </a:avLst>
          </a:prstGeom>
          <a:solidFill>
            <a:srgbClr val="10172A"/>
          </a:solidFill>
          <a:ln w="9525">
            <a:solidFill>
              <a:srgbClr val="1E30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17152" y="490118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72600" y="4709160"/>
            <a:ext cx="2240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Architecture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1828800" y="1371600"/>
            <a:ext cx="9144000" cy="9144"/>
          </a:xfrm>
          <a:prstGeom prst="line">
            <a:avLst/>
          </a:prstGeom>
          <a:noFill/>
          <a:ln w="1524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-457200" y="457200"/>
            <a:ext cx="7315200" cy="9144"/>
          </a:xfrm>
          <a:prstGeom prst="line">
            <a:avLst/>
          </a:prstGeom>
          <a:noFill/>
          <a:ln w="15240">
            <a:solidFill>
              <a:srgbClr val="7C3AED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5943600" y="27432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980000">
            <a:off x="-914400" y="5669280"/>
            <a:ext cx="11887200" cy="9144"/>
          </a:xfrm>
          <a:prstGeom prst="line">
            <a:avLst/>
          </a:prstGeom>
          <a:noFill/>
          <a:ln w="1524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64008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411480" y="1600200"/>
            <a:ext cx="5650992" cy="2212848"/>
          </a:xfrm>
          <a:prstGeom prst="roundRect">
            <a:avLst>
              <a:gd name="adj" fmla="val 4959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856232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73736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216712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Tareas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2679192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completo: crear, completar y eliminar tareas con estado visual diferenciado.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73368" y="1600200"/>
            <a:ext cx="5650992" cy="2212848"/>
          </a:xfrm>
          <a:prstGeom prst="roundRect">
            <a:avLst>
              <a:gd name="adj" fmla="val 4959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1856232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173736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01968" y="216712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Segura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01968" y="2679192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login con bcrypt + JWT. Cada usuario ve unicamente sus propias tareas.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4050792"/>
            <a:ext cx="5650992" cy="2212848"/>
          </a:xfrm>
          <a:prstGeom prst="roundRect">
            <a:avLst>
              <a:gd name="adj" fmla="val 4959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306824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18795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0080" y="461772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080" y="5129784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Separacion en capas Domain · Application · Infrastructure siguiendo hexagonal arch.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73368" y="4050792"/>
            <a:ext cx="5650992" cy="2212848"/>
          </a:xfrm>
          <a:prstGeom prst="roundRect">
            <a:avLst>
              <a:gd name="adj" fmla="val 4959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01968" y="4306824"/>
            <a:ext cx="201168" cy="20116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418795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601968" y="461772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Dark Modern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601968" y="5129784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UI v9 en modo oscuro. Login, TaskCard con checkbox, Footer con contadores.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914400" y="1645920"/>
            <a:ext cx="9144000" cy="9144"/>
          </a:xfrm>
          <a:prstGeom prst="line">
            <a:avLst/>
          </a:prstGeom>
          <a:noFill/>
          <a:ln w="15240">
            <a:solidFill>
              <a:srgbClr val="7C3AED">
                <a:alpha val="4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5029200" y="18288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6400800" y="-457200"/>
            <a:ext cx="7315200" cy="9144"/>
          </a:xfrm>
          <a:prstGeom prst="line">
            <a:avLst/>
          </a:prstGeom>
          <a:noFill/>
          <a:ln w="1524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980000">
            <a:off x="-914400" y="548640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6400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411480" y="1508760"/>
            <a:ext cx="3730752" cy="5029200"/>
          </a:xfrm>
          <a:prstGeom prst="roundRect">
            <a:avLst>
              <a:gd name="adj" fmla="val 2941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" y="1572768"/>
            <a:ext cx="3584448" cy="475488"/>
          </a:xfrm>
          <a:prstGeom prst="roundRect">
            <a:avLst>
              <a:gd name="adj" fmla="val 15385"/>
            </a:avLst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572768"/>
            <a:ext cx="3584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2286000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17627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305409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94436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822192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1246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UI v9 (dark mode)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4590288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48056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 (useState, useEffect)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5358384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524865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con Bearer token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61688" y="1508760"/>
            <a:ext cx="3730752" cy="5029200"/>
          </a:xfrm>
          <a:prstGeom prst="roundRect">
            <a:avLst>
              <a:gd name="adj" fmla="val 2941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1572768"/>
            <a:ext cx="3584448" cy="475488"/>
          </a:xfrm>
          <a:prstGeom prst="roundRect">
            <a:avLst>
              <a:gd name="adj" fmla="val 15385"/>
            </a:avLst>
          </a:prstGeom>
          <a:solidFill>
            <a:srgbClr val="A78BFA">
              <a:alpha val="25000"/>
            </a:srgbClr>
          </a:solidFill>
          <a:ln w="9525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1572768"/>
            <a:ext cx="3584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44568" y="22860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17627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 + Express 5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44568" y="3054096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94436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(CommonJS)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44568" y="3822192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71246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(jsonwebtoken)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44568" y="4590288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48056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(10 rounds)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44568" y="5358384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524865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311896" y="1508760"/>
            <a:ext cx="3730752" cy="5029200"/>
          </a:xfrm>
          <a:prstGeom prst="roundRect">
            <a:avLst>
              <a:gd name="adj" fmla="val 2941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85048" y="1572768"/>
            <a:ext cx="3584448" cy="475488"/>
          </a:xfrm>
          <a:prstGeom prst="roundRect">
            <a:avLst>
              <a:gd name="adj" fmla="val 15385"/>
            </a:avLst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85048" y="1572768"/>
            <a:ext cx="3584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ORM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494776" y="2286000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59368" y="217627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494776" y="3054096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59368" y="294436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v7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494776" y="3822192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59368" y="3712464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@prisma/adapter-pg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494776" y="4590288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59368" y="448056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prisma.config.ts (sin url)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494776" y="535838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59368" y="524865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Modelos: User, Task, Role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914400" y="1371600"/>
            <a:ext cx="9144000" cy="9144"/>
          </a:xfrm>
          <a:prstGeom prst="line">
            <a:avLst/>
          </a:prstGeom>
          <a:noFill/>
          <a:ln w="1524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5486400" y="18288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-914400" y="5486400"/>
            <a:ext cx="11887200" cy="9144"/>
          </a:xfrm>
          <a:prstGeom prst="line">
            <a:avLst/>
          </a:prstGeom>
          <a:noFill/>
          <a:ln w="1524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66928"/>
            <a:ext cx="11430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069080" y="342900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" y="1389888"/>
            <a:ext cx="3703320" cy="5166360"/>
          </a:xfrm>
          <a:prstGeom prst="roundRect">
            <a:avLst>
              <a:gd name="adj" fmla="val 2963"/>
            </a:avLst>
          </a:prstGeom>
          <a:solidFill>
            <a:srgbClr val="0A102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1453896"/>
            <a:ext cx="3557016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28000"/>
            </a:srgbClr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538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Domain Layer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202996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2140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task.entity.ts — interface Task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08152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7296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task.repository.port.ts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13308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2452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user.repository.port.ts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18464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27608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puras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01000" y="342900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297680" y="1389888"/>
            <a:ext cx="3703320" cy="5166360"/>
          </a:xfrm>
          <a:prstGeom prst="roundRect">
            <a:avLst>
              <a:gd name="adj" fmla="val 2963"/>
            </a:avLst>
          </a:prstGeom>
          <a:solidFill>
            <a:srgbClr val="0A102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1453896"/>
            <a:ext cx="3557016" cy="457200"/>
          </a:xfrm>
          <a:prstGeom prst="roundRect">
            <a:avLst>
              <a:gd name="adj" fmla="val 16000"/>
            </a:avLst>
          </a:prstGeom>
          <a:solidFill>
            <a:srgbClr val="A78BFA">
              <a:alpha val="28000"/>
            </a:srgbClr>
          </a:solidFill>
          <a:ln w="9525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14538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Application Layer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434840" y="202996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12140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get-tasks.use-case.ts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34840" y="308152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17296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create-task.use-case.ts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34840" y="413308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422452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login.use-case.ts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434840" y="518464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527608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register.use-case.ts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229600" y="1389888"/>
            <a:ext cx="3703320" cy="5166360"/>
          </a:xfrm>
          <a:prstGeom prst="roundRect">
            <a:avLst>
              <a:gd name="adj" fmla="val 2963"/>
            </a:avLst>
          </a:prstGeom>
          <a:solidFill>
            <a:srgbClr val="0A102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02752" y="1453896"/>
            <a:ext cx="3557016" cy="457200"/>
          </a:xfrm>
          <a:prstGeom prst="roundRect">
            <a:avLst>
              <a:gd name="adj" fmla="val 16000"/>
            </a:avLst>
          </a:prstGeom>
          <a:solidFill>
            <a:srgbClr val="4ADE80">
              <a:alpha val="28000"/>
            </a:srgbClr>
          </a:solidFill>
          <a:ln w="9525">
            <a:solidFill>
              <a:srgbClr val="4ADE80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14538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Infrastructure Layer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366760" y="202996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212140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prisma-task.repository.ts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366760" y="308152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317296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prisma-user.repository.ts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366760" y="413308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422452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task.router.ts (Express)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366760" y="5184648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5276088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auth.middleware.ts (requireAuth)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capas internas NO dependen de las externas — solo de interfaces (ports)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914400" y="137160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5486400" y="45720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-914400" y="557784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66928"/>
            <a:ext cx="11430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Base de Datos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11480" y="1417320"/>
            <a:ext cx="3520440" cy="5074920"/>
          </a:xfrm>
          <a:prstGeom prst="roundRect">
            <a:avLst>
              <a:gd name="adj" fmla="val 3117"/>
            </a:avLst>
          </a:prstGeom>
          <a:solidFill>
            <a:srgbClr val="0A102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1481328"/>
            <a:ext cx="3374136" cy="438912"/>
          </a:xfrm>
          <a:prstGeom prst="roundRect">
            <a:avLst>
              <a:gd name="adj" fmla="val 16667"/>
            </a:avLst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481328"/>
            <a:ext cx="3374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" y="2057400"/>
            <a:ext cx="3374136" cy="62179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671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21671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78892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27889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" y="3300984"/>
            <a:ext cx="3374136" cy="62179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1071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341071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03250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403250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" y="4544568"/>
            <a:ext cx="3374136" cy="62179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5429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46542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52760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527608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Task[]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" y="5788152"/>
            <a:ext cx="3374136" cy="62179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589788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77440" y="58978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34840" y="1417320"/>
            <a:ext cx="3520440" cy="5074920"/>
          </a:xfrm>
          <a:prstGeom prst="roundRect">
            <a:avLst>
              <a:gd name="adj" fmla="val 3117"/>
            </a:avLst>
          </a:prstGeom>
          <a:solidFill>
            <a:srgbClr val="0A102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7992" y="1481328"/>
            <a:ext cx="3374136" cy="438912"/>
          </a:xfrm>
          <a:prstGeom prst="roundRect">
            <a:avLst>
              <a:gd name="adj" fmla="val 16667"/>
            </a:avLst>
          </a:prstGeom>
          <a:solidFill>
            <a:srgbClr val="A78BFA">
              <a:alpha val="25000"/>
            </a:srgbClr>
          </a:solidFill>
          <a:ln w="9525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1481328"/>
            <a:ext cx="3374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07992" y="2057400"/>
            <a:ext cx="3374136" cy="62179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1671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216712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17720" y="278892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27889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07992" y="3300984"/>
            <a:ext cx="3374136" cy="62179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341071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0" y="341071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17720" y="403250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0" y="403250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Int?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07992" y="4544568"/>
            <a:ext cx="3374136" cy="62179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465429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0" y="465429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User?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17720" y="52760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00800" y="527608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931920" y="3493008"/>
            <a:ext cx="502920" cy="914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13632" y="3154680"/>
            <a:ext cx="548640" cy="292608"/>
          </a:xfrm>
          <a:prstGeom prst="roundRect">
            <a:avLst>
              <a:gd name="adj" fmla="val 15625"/>
            </a:avLst>
          </a:prstGeom>
          <a:solidFill>
            <a:srgbClr val="1A0C3A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13632" y="315468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66760" y="1417320"/>
            <a:ext cx="3520440" cy="5074920"/>
          </a:xfrm>
          <a:prstGeom prst="roundRect">
            <a:avLst>
              <a:gd name="adj" fmla="val 3117"/>
            </a:avLst>
          </a:prstGeom>
          <a:solidFill>
            <a:srgbClr val="0A102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39912" y="1481328"/>
            <a:ext cx="3374136" cy="438912"/>
          </a:xfrm>
          <a:prstGeom prst="roundRect">
            <a:avLst>
              <a:gd name="adj" fmla="val 16667"/>
            </a:avLst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39912" y="1481328"/>
            <a:ext cx="3374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39912" y="2057400"/>
            <a:ext cx="3374136" cy="62179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49640" y="21671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378440" y="21671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549640" y="278892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378440" y="27889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439912" y="3300984"/>
            <a:ext cx="3374136" cy="62179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49640" y="341071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378440" y="341071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User[]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503920" y="3200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(*) Sin rutas REST activas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es Int? (opcional) para preservar datos existentes en DB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4572000" y="274320"/>
            <a:ext cx="9144000" cy="9144"/>
          </a:xfrm>
          <a:prstGeom prst="line">
            <a:avLst/>
          </a:prstGeom>
          <a:noFill/>
          <a:ln w="1524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5943600" y="-54864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-914400" y="548640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66928"/>
            <a:ext cx="11430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JWT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2743200" cy="512064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481328"/>
            <a:ext cx="2596896" cy="438912"/>
          </a:xfrm>
          <a:prstGeom prst="roundRect">
            <a:avLst>
              <a:gd name="adj" fmla="val 16667"/>
            </a:avLst>
          </a:prstGeom>
          <a:solidFill>
            <a:srgbClr val="22D3EE">
              <a:alpha val="28000"/>
            </a:srgbClr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813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POST /register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084832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58775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249424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bcrypt.hash(password, 10)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4747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97764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63931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User (roleId: 1)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864608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536752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029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user sin password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90672" y="356616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337560" y="1417320"/>
            <a:ext cx="2743200" cy="512064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0712" y="1481328"/>
            <a:ext cx="2596896" cy="438912"/>
          </a:xfrm>
          <a:prstGeom prst="roundRect">
            <a:avLst>
              <a:gd name="adj" fmla="val 16667"/>
            </a:avLst>
          </a:prstGeom>
          <a:solidFill>
            <a:srgbClr val="A78BFA">
              <a:alpha val="28000"/>
            </a:srgbClr>
          </a:solidFill>
          <a:ln w="9525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14813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POST /login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74720" y="2084832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93592" y="2587752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21608" y="2249424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email en DB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0" y="34747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93592" y="397764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21608" y="363931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bcrypt.compare(pwd, hash)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74720" y="4864608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93592" y="536752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21608" y="5029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jwt.sign({ userId }, 1h)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62472" y="356616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309360" y="1417320"/>
            <a:ext cx="2743200" cy="512064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82512" y="1481328"/>
            <a:ext cx="2596896" cy="438912"/>
          </a:xfrm>
          <a:prstGeom prst="roundRect">
            <a:avLst>
              <a:gd name="adj" fmla="val 16667"/>
            </a:avLst>
          </a:prstGeom>
          <a:solidFill>
            <a:srgbClr val="4ADE80">
              <a:alpha val="28000"/>
            </a:srgbClr>
          </a:solidFill>
          <a:ln w="9525">
            <a:solidFill>
              <a:srgbClr val="4ADE80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14813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Bearer Token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46520" y="2084832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65392" y="25877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93408" y="2249424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 React useState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46520" y="34747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5392" y="3977640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93408" y="363931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&lt;t&gt;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46520" y="4864608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65392" y="5367528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93408" y="5029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localStorage (privacidad)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034272" y="356616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9281160" y="1417320"/>
            <a:ext cx="2743200" cy="512064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54312" y="1481328"/>
            <a:ext cx="2596896" cy="438912"/>
          </a:xfrm>
          <a:prstGeom prst="roundRect">
            <a:avLst>
              <a:gd name="adj" fmla="val 16667"/>
            </a:avLst>
          </a:prstGeom>
          <a:solidFill>
            <a:srgbClr val="FB923C">
              <a:alpha val="28000"/>
            </a:srgbClr>
          </a:solidFill>
          <a:ln w="9525">
            <a:solidFill>
              <a:srgbClr val="FB923C">
                <a:alpha val="6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72600" y="14813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requireAuth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9418320" y="2084832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37192" y="2587752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65208" y="2249424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token del header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418320" y="3474720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37192" y="397764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65208" y="363931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jwt.verify → { userId }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418320" y="4864608"/>
            <a:ext cx="2468880" cy="1115568"/>
          </a:xfrm>
          <a:prstGeom prst="roundRect">
            <a:avLst>
              <a:gd name="adj" fmla="val 6557"/>
            </a:avLst>
          </a:prstGeom>
          <a:solidFill>
            <a:srgbClr val="101C35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37192" y="5367528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65208" y="5029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req.userId para routes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payload: { userId: number } — No incluye email ni roles sensibles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914400" y="164592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5486400" y="27432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-914400" y="557784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66928"/>
            <a:ext cx="11430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 — Use Case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6583680" cy="5212080"/>
          </a:xfrm>
          <a:prstGeom prst="roundRect">
            <a:avLst>
              <a:gd name="adj" fmla="val 2105"/>
            </a:avLst>
          </a:prstGeom>
          <a:solidFill>
            <a:srgbClr val="060D1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630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src/application/auth/register.use-case.ts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84708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execute(input: RegisterInput) {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13969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name, email, password } = input;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4323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existing = await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72491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this.userRepository.findByEmail(email);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(existing) throw new Error(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3101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"Email already in use");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60273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hashed = await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89534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bcrypt.hash(password, 10);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1879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48056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this.userRepository.create({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77316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name, email,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5065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password: hashed, roleId: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35838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56509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password: _, ...safe } = user;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94360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safe;  // no password field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23620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23760" y="1371600"/>
            <a:ext cx="45720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15910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1847088"/>
            <a:ext cx="4315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/api/auth/register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{ name, email, password }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23760" y="2670048"/>
            <a:ext cx="45720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60920" y="2889504"/>
            <a:ext cx="128016" cy="12801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2761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60920" y="3145536"/>
            <a:ext cx="4315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bcrypt.hash(password, 10)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guarda en plano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23760" y="3968496"/>
            <a:ext cx="45720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60920" y="4187952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40599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60920" y="4443984"/>
            <a:ext cx="4315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sin campo password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23760" y="5266944"/>
            <a:ext cx="45720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60920" y="5486400"/>
            <a:ext cx="128016" cy="12801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43800" y="53583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60920" y="5742432"/>
            <a:ext cx="4315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llama login() tras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exitoso: setToken()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914400" y="137160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5486400" y="36576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-914400" y="557784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66928"/>
            <a:ext cx="11430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Middleware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6583680" cy="5212080"/>
          </a:xfrm>
          <a:prstGeom prst="roundRect">
            <a:avLst>
              <a:gd name="adj" fmla="val 2105"/>
            </a:avLst>
          </a:prstGeom>
          <a:solidFill>
            <a:srgbClr val="060D1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630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src/infrastructure/http/auth.middleware.ts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8288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requireAuth(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1031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req: any, res: any, next: any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3774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void {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6517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authHeader =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926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req.headers.authorization;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2004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(!authHeader) {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4747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res.status(401).json({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message: "No token provided"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0233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 return;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authHeader.split(" ")[1];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51206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secret = process.env.JWT_SECRET;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53949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decoded = jwt.verify(token, secret)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56692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{ userId: number };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5943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req.userId = decoded.userId; next();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2179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 res.status(401).json(...); }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23760" y="1371600"/>
            <a:ext cx="45720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1591056"/>
            <a:ext cx="347472" cy="347472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1591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17536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Request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17536" y="18288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Authorization header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Bearer &lt;token&gt;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2670048"/>
            <a:ext cx="45720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96912" y="2889504"/>
            <a:ext cx="347472" cy="347472"/>
          </a:xfrm>
          <a:prstGeom prst="ellipse">
            <a:avLst/>
          </a:prstGeom>
          <a:solidFill>
            <a:srgbClr val="A78BFA">
              <a:alpha val="25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96912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17536" y="27614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Token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17536" y="312724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jwt.verify(token, JWT_SECRET)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payload { userId }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23760" y="3968496"/>
            <a:ext cx="45720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96912" y="4187952"/>
            <a:ext cx="347472" cy="347472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4187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717536" y="40599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 userId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717536" y="442569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req.userId = decoded.userId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route handlers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23760" y="5266944"/>
            <a:ext cx="45720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96912" y="5486400"/>
            <a:ext cx="347472" cy="347472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96912" y="5486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717536" y="53583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en Error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717536" y="572414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header · Token invalido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expirado (TTL: 1h)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914400" y="137160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5486400" y="27432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-914400" y="548640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66928"/>
            <a:ext cx="11430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Login con Material UI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4754880" cy="5212080"/>
          </a:xfrm>
          <a:prstGeom prst="roundRect">
            <a:avLst>
              <a:gd name="adj" fmla="val 2308"/>
            </a:avLst>
          </a:prstGeom>
          <a:solidFill>
            <a:srgbClr val="080E2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444752"/>
            <a:ext cx="4608576" cy="5065776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58568" y="1664208"/>
            <a:ext cx="621792" cy="6217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68296" y="1920240"/>
            <a:ext cx="40233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14016" y="1783080"/>
            <a:ext cx="310896" cy="182880"/>
          </a:xfrm>
          <a:prstGeom prst="roundRect">
            <a:avLst>
              <a:gd name="adj" fmla="val 40000"/>
            </a:avLst>
          </a:prstGeom>
          <a:solidFill>
            <a:srgbClr val="6366F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3744" y="1993392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395728"/>
            <a:ext cx="4352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2697480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tus tareas de forma segura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154680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1A1D27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154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electronico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3611880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1A1D27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11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Contrasena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4133088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330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470916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(...lista de tareas del usuario...)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1371600"/>
            <a:ext cx="64008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1581912"/>
            <a:ext cx="347472" cy="347472"/>
          </a:xfrm>
          <a:prstGeom prst="ellipse">
            <a:avLst/>
          </a:prstGeom>
          <a:solidFill>
            <a:srgbClr val="22D3EE">
              <a:alpha val="2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14630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Dark Form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0" y="1847088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tabs — solo login.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limpio y enfocado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2670048"/>
            <a:ext cx="64008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2120" y="2880360"/>
            <a:ext cx="347472" cy="347472"/>
          </a:xfrm>
          <a:prstGeom prst="ellipse">
            <a:avLst/>
          </a:prstGeom>
          <a:solidFill>
            <a:srgbClr val="A78BFA">
              <a:alpha val="2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76148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Token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0" y="3145536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 React state puro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localStorage: privacidad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94960" y="3968496"/>
            <a:ext cx="64008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32120" y="4178808"/>
            <a:ext cx="347472" cy="347472"/>
          </a:xfrm>
          <a:prstGeom prst="ellipse">
            <a:avLst/>
          </a:prstGeom>
          <a:solidFill>
            <a:srgbClr val="4ADE80">
              <a:alpha val="2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405993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0" y="4443984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registro exitoso llama login()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 y hace setToken()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5266944"/>
            <a:ext cx="6400800" cy="1115568"/>
          </a:xfrm>
          <a:prstGeom prst="roundRect">
            <a:avLst>
              <a:gd name="adj" fmla="val 8197"/>
            </a:avLst>
          </a:prstGeom>
          <a:solidFill>
            <a:srgbClr val="0D1528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32120" y="5477256"/>
            <a:ext cx="347472" cy="347472"/>
          </a:xfrm>
          <a:prstGeom prst="ellipse">
            <a:avLst/>
          </a:prstGeom>
          <a:solidFill>
            <a:srgbClr val="FB923C">
              <a:alpha val="2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5358384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Spinner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943600" y="5742432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Alert severity=error para errores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CircularProgress durante loading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914400" y="137160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5486400" y="27432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-914400" y="548640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66928"/>
            <a:ext cx="11430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taskService.ts — Capa de Servicio Frontend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6766560" cy="5212080"/>
          </a:xfrm>
          <a:prstGeom prst="roundRect">
            <a:avLst>
              <a:gd name="adj" fmla="val 2105"/>
            </a:avLst>
          </a:prstGeom>
          <a:solidFill>
            <a:srgbClr val="060D1E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63040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src/services/taskService.ts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810512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authHeaders(token: string) {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103120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"Content-Type": "application/json",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688336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Authorization: `Bearer ${token}`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980944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273552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566160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858768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getTasks(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151376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token: string): Promise&lt;Task[]&gt; {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443984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`${apiBase}/tasks`,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5029200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headers: authHeaders(token) 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321808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5614416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res.json();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907024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199632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createTask, toggleTask, deleteTask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492240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follow same pattern with Bearer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14173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15200" y="196596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88352" y="2103120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4ADE80">
              <a:alpha val="28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88352" y="2103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0" y="20391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2331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del usuario autenticado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0" y="274320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88352" y="2880360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22D3EE">
              <a:alpha val="28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88352" y="28803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29600" y="28163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31089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nueva tarea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0" y="352044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88352" y="3657600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FCD34D">
              <a:alpha val="28000"/>
            </a:srgbClr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365760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29600" y="3593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/tasks/:id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29600" y="3886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completed status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15200" y="429768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88352" y="4434840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F87171">
              <a:alpha val="28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88352" y="443484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29600" y="43708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/tasks/:id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229600" y="4663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tarea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15200" y="507492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88352" y="5212080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8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88352" y="521208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29600" y="5148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29600" y="5440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JWT token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315200" y="585216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0D1528"/>
          </a:solidFill>
          <a:ln w="9525">
            <a:solidFill>
              <a:srgbClr val="1E2D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88352" y="5989320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FB923C">
              <a:alpha val="28000"/>
            </a:srgbClr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88352" y="5989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229600" y="59253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/auth/register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229600" y="6217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nuevo usuario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914400" y="137160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5029200" y="27432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-914400" y="557784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66928"/>
            <a:ext cx="11430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 la Aplicacion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47472" y="141732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0A102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1600200"/>
            <a:ext cx="438912" cy="438912"/>
          </a:xfrm>
          <a:prstGeom prst="ellipse">
            <a:avLst/>
          </a:prstGeom>
          <a:solidFill>
            <a:srgbClr val="22D3EE">
              <a:alpha val="28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600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1618488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" y="2221992"/>
            <a:ext cx="33649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LoginPage (MUI)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token en estado React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986784" y="2240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279392" y="141732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0A102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43984" y="1600200"/>
            <a:ext cx="438912" cy="438912"/>
          </a:xfrm>
          <a:prstGeom prst="ellipse">
            <a:avLst/>
          </a:prstGeom>
          <a:solidFill>
            <a:srgbClr val="A78BFA">
              <a:alpha val="28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3984" y="1600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618488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43984" y="2221992"/>
            <a:ext cx="33649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→ POST /auth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devuelve JWT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18704" y="2240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211312" y="141732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0A102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75904" y="1600200"/>
            <a:ext cx="438912" cy="438912"/>
          </a:xfrm>
          <a:prstGeom prst="ellipse">
            <a:avLst/>
          </a:prstGeom>
          <a:solidFill>
            <a:srgbClr val="4ADE80">
              <a:alpha val="2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75904" y="1600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69680" y="1618488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 State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75904" y="2221992"/>
            <a:ext cx="33649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setToken(jwt)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carga tareas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7472" y="402336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0A1020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" y="4206240"/>
            <a:ext cx="438912" cy="438912"/>
          </a:xfrm>
          <a:prstGeom prst="ellipse">
            <a:avLst/>
          </a:prstGeom>
          <a:solidFill>
            <a:srgbClr val="FCD34D">
              <a:alpha val="28000"/>
            </a:srgbClr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4224528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Tareas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" y="4828032"/>
            <a:ext cx="33649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GET/POST/PUT/DELETE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en cada req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986784" y="4846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4279392" y="402336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0A1020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43984" y="4206240"/>
            <a:ext cx="438912" cy="438912"/>
          </a:xfrm>
          <a:prstGeom prst="ellipse">
            <a:avLst/>
          </a:prstGeom>
          <a:solidFill>
            <a:srgbClr val="FB923C">
              <a:alpha val="2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3984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37760" y="4224528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filtra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43984" y="4828032"/>
            <a:ext cx="33649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verifica JWT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 req.userId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918704" y="4846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211312" y="402336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0A1020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75904" y="4206240"/>
            <a:ext cx="438912" cy="438912"/>
          </a:xfrm>
          <a:prstGeom prst="ellipse">
            <a:avLst/>
          </a:prstGeom>
          <a:solidFill>
            <a:srgbClr val="F87171">
              <a:alpha val="28000"/>
            </a:srgbClr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75904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69680" y="4224528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75904" y="4828032"/>
            <a:ext cx="336499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setToken(null) + setTasks([])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al LoginPage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914400" y="137160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5486400" y="27432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4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-914400" y="557784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66928"/>
            <a:ext cx="11430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Pantalla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320040" y="1298448"/>
            <a:ext cx="5486400" cy="5257800"/>
          </a:xfrm>
          <a:prstGeom prst="roundRect">
            <a:avLst>
              <a:gd name="adj" fmla="val 2435"/>
            </a:avLst>
          </a:prstGeom>
          <a:solidFill>
            <a:srgbClr val="0D0D1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" y="1371600"/>
            <a:ext cx="5340096" cy="5111496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1874520"/>
            <a:ext cx="3840480" cy="4160520"/>
          </a:xfrm>
          <a:prstGeom prst="roundRect">
            <a:avLst>
              <a:gd name="adj" fmla="val 4286"/>
            </a:avLst>
          </a:prstGeom>
          <a:solidFill>
            <a:srgbClr val="1C1F2E"/>
          </a:solidFill>
          <a:ln w="9525">
            <a:solidFill>
              <a:srgbClr val="3B3F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2084832"/>
            <a:ext cx="530352" cy="53035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16936" y="2304288"/>
            <a:ext cx="27432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4368" y="2194560"/>
            <a:ext cx="219456" cy="146304"/>
          </a:xfrm>
          <a:prstGeom prst="roundRect">
            <a:avLst>
              <a:gd name="adj" fmla="val 37500"/>
            </a:avLst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0358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tus tareas de forma segura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98448" y="3383280"/>
            <a:ext cx="3529584" cy="310896"/>
          </a:xfrm>
          <a:prstGeom prst="roundRect">
            <a:avLst>
              <a:gd name="adj" fmla="val 17647"/>
            </a:avLst>
          </a:prstGeom>
          <a:solidFill>
            <a:srgbClr val="252836"/>
          </a:solidFill>
          <a:ln w="6350">
            <a:solidFill>
              <a:srgbClr val="3D4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338328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electronico *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98448" y="3767328"/>
            <a:ext cx="3529584" cy="310896"/>
          </a:xfrm>
          <a:prstGeom prst="roundRect">
            <a:avLst>
              <a:gd name="adj" fmla="val 17647"/>
            </a:avLst>
          </a:prstGeom>
          <a:solidFill>
            <a:srgbClr val="252836"/>
          </a:solidFill>
          <a:ln w="6350">
            <a:solidFill>
              <a:srgbClr val="3D4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37673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Contrasena *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298448" y="4224528"/>
            <a:ext cx="3529584" cy="347472"/>
          </a:xfrm>
          <a:prstGeom prst="roundRect">
            <a:avLst>
              <a:gd name="adj" fmla="val 23684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8448" y="422452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6400800"/>
            <a:ext cx="5358384" cy="274320"/>
          </a:xfrm>
          <a:prstGeom prst="roundRect">
            <a:avLst>
              <a:gd name="adj" fmla="val 20000"/>
            </a:avLst>
          </a:prstGeom>
          <a:solidFill>
            <a:srgbClr val="6366F1">
              <a:alpha val="18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6400800"/>
            <a:ext cx="5358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Login — MUI Dark Mode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82512" y="1298448"/>
            <a:ext cx="5486400" cy="5257800"/>
          </a:xfrm>
          <a:prstGeom prst="roundRect">
            <a:avLst>
              <a:gd name="adj" fmla="val 2435"/>
            </a:avLst>
          </a:prstGeom>
          <a:solidFill>
            <a:srgbClr val="0D0D18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55664" y="1371600"/>
            <a:ext cx="5340096" cy="5111496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1481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65392" y="18105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tus tareas con React y TypeScript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351008" y="1508760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F87171">
              <a:alpha val="15000"/>
            </a:srgbClr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51008" y="15087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10528" y="2148840"/>
            <a:ext cx="3200400" cy="320040"/>
          </a:xfrm>
          <a:prstGeom prst="roundRect">
            <a:avLst>
              <a:gd name="adj" fmla="val 17143"/>
            </a:avLst>
          </a:prstGeom>
          <a:solidFill>
            <a:srgbClr val="1C1F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una nueva tarea...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784080" y="2148840"/>
            <a:ext cx="1115568" cy="320040"/>
          </a:xfrm>
          <a:prstGeom prst="roundRect">
            <a:avLst>
              <a:gd name="adj" fmla="val 22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0" y="21488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Agregar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10528" y="2606040"/>
            <a:ext cx="4389120" cy="438912"/>
          </a:xfrm>
          <a:prstGeom prst="roundRect">
            <a:avLst>
              <a:gd name="adj" fmla="val 16667"/>
            </a:avLst>
          </a:prstGeom>
          <a:solidFill>
            <a:srgbClr val="1C1F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01968" y="271576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C1F2E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26791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716768" y="2715768"/>
            <a:ext cx="201168" cy="201168"/>
          </a:xfrm>
          <a:prstGeom prst="ellipse">
            <a:avLst/>
          </a:prstGeom>
          <a:solidFill>
            <a:srgbClr val="F87171">
              <a:alpha val="20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16768" y="27157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3136392"/>
            <a:ext cx="4389120" cy="438912"/>
          </a:xfrm>
          <a:prstGeom prst="roundRect">
            <a:avLst>
              <a:gd name="adj" fmla="val 16667"/>
            </a:avLst>
          </a:prstGeom>
          <a:solidFill>
            <a:srgbClr val="1C1F2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01968" y="32461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C1F2E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76288" y="32095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716768" y="3246120"/>
            <a:ext cx="201168" cy="201168"/>
          </a:xfrm>
          <a:prstGeom prst="ellipse">
            <a:avLst/>
          </a:prstGeom>
          <a:solidFill>
            <a:srgbClr val="F87171">
              <a:alpha val="20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16768" y="32461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10528" y="3822192"/>
            <a:ext cx="1444752" cy="1005840"/>
          </a:xfrm>
          <a:prstGeom prst="roundRect">
            <a:avLst>
              <a:gd name="adj" fmla="val 9091"/>
            </a:avLst>
          </a:prstGeom>
          <a:solidFill>
            <a:srgbClr val="1C1F2E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3931920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510528" y="4370832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083296" y="3822192"/>
            <a:ext cx="1444752" cy="1005840"/>
          </a:xfrm>
          <a:prstGeom prst="roundRect">
            <a:avLst>
              <a:gd name="adj" fmla="val 9091"/>
            </a:avLst>
          </a:prstGeom>
          <a:solidFill>
            <a:srgbClr val="1C1F2E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83296" y="3931920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8083296" y="4370832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656064" y="3822192"/>
            <a:ext cx="1444752" cy="1005840"/>
          </a:xfrm>
          <a:prstGeom prst="roundRect">
            <a:avLst>
              <a:gd name="adj" fmla="val 9091"/>
            </a:avLst>
          </a:prstGeom>
          <a:solidFill>
            <a:srgbClr val="1C1F2E"/>
          </a:solidFill>
          <a:ln w="9525">
            <a:solidFill>
              <a:srgbClr val="2D37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56064" y="3931920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9656064" y="4370832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55664" y="6400800"/>
            <a:ext cx="5340096" cy="274320"/>
          </a:xfrm>
          <a:prstGeom prst="roundRect">
            <a:avLst>
              <a:gd name="adj" fmla="val 20000"/>
            </a:avLst>
          </a:prstGeom>
          <a:solidFill>
            <a:srgbClr val="22D3EE">
              <a:alpha val="18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55664" y="6400800"/>
            <a:ext cx="5340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Principal — Tareas cargadas desde PostgreSQL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B18"/>
          </a:solidFill>
          <a:ln w="12700">
            <a:solidFill>
              <a:srgbClr val="080B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980000">
            <a:off x="-2743200" y="182880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980000">
            <a:off x="-914400" y="731520"/>
            <a:ext cx="8229600" cy="9144"/>
          </a:xfrm>
          <a:prstGeom prst="line">
            <a:avLst/>
          </a:prstGeom>
          <a:noFill/>
          <a:ln w="15240">
            <a:solidFill>
              <a:srgbClr val="7C3AED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980000">
            <a:off x="4572000" y="182880"/>
            <a:ext cx="10972800" cy="9144"/>
          </a:xfrm>
          <a:prstGeom prst="line">
            <a:avLst/>
          </a:prstGeom>
          <a:noFill/>
          <a:ln w="15240">
            <a:solidFill>
              <a:srgbClr val="7C3AED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980000">
            <a:off x="6400800" y="-731520"/>
            <a:ext cx="9144000" cy="9144"/>
          </a:xfrm>
          <a:prstGeom prst="line">
            <a:avLst/>
          </a:prstGeom>
          <a:noFill/>
          <a:ln w="15240">
            <a:solidFill>
              <a:srgbClr val="7C3AED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1980000">
            <a:off x="-1828800" y="5486400"/>
            <a:ext cx="11887200" cy="9144"/>
          </a:xfrm>
          <a:prstGeom prst="line">
            <a:avLst/>
          </a:prstGeom>
          <a:noFill/>
          <a:ln w="1524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4630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46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70432" y="173736"/>
            <a:ext cx="219456" cy="219456"/>
          </a:xfrm>
          <a:prstGeom prst="ellipse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1371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1752" y="566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029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411480" y="1325880"/>
            <a:ext cx="5650992" cy="1572768"/>
          </a:xfrm>
          <a:prstGeom prst="roundRect">
            <a:avLst>
              <a:gd name="adj" fmla="val 6977"/>
            </a:avLst>
          </a:prstGeom>
          <a:solidFill>
            <a:srgbClr val="0D1528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1481328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1389888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Escalable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17830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Architecture desacopla dominio de infraestructura. Facil de testear, mantener y extender.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73368" y="1325880"/>
            <a:ext cx="5650992" cy="1572768"/>
          </a:xfrm>
          <a:prstGeom prst="roundRect">
            <a:avLst>
              <a:gd name="adj" fmla="val 6977"/>
            </a:avLst>
          </a:prstGeom>
          <a:solidFill>
            <a:srgbClr val="0D1528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1481328"/>
            <a:ext cx="256032" cy="25603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389888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Robusta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56248" y="17830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{ userId } · bcrypt 10 rondas · requireAuth en todas las rutas. Token en React state (no localStorage).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035808"/>
            <a:ext cx="11375136" cy="1353312"/>
          </a:xfrm>
          <a:prstGeom prst="roundRect">
            <a:avLst>
              <a:gd name="adj" fmla="val 8108"/>
            </a:avLst>
          </a:prstGeom>
          <a:solidFill>
            <a:srgbClr val="0A1020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" y="3099816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F87171">
              <a:alpha val="22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0998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Encontradas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36393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5478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Prisma 7 con prisma.config.ts (sin url en schema)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6393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35478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tipos TypeScript entre frontend y backend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40782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98678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CORS entre Vite (5173) y Express (3000)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078224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98678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JWT scope por usuario (userId en payload)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526280"/>
            <a:ext cx="11375136" cy="1353312"/>
          </a:xfrm>
          <a:prstGeom prst="roundRect">
            <a:avLst>
              <a:gd name="adj" fmla="val 8108"/>
            </a:avLst>
          </a:prstGeom>
          <a:solidFill>
            <a:srgbClr val="0A102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" y="4590288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4ADE80">
              <a:alpha val="22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45902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" y="5138928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5047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 (Admin / User) con rutas protegidas por rol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5138928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5047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Edicion de tareas (PUT con texto modificable desde frontend)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" y="5577840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" y="548640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limite y prioridades por tarea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5577840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548640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produccion: Vercel (frontend) + Railway (backend + DB)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Yitzhak Matias Saul · Rodrigo Tapia  |  Task Manager Full-Stack · lab02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1456</Words>
  <Application>Microsoft Office PowerPoint</Application>
  <PresentationFormat>Widescreen</PresentationFormat>
  <Paragraphs>371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yitzhak matias flores</cp:lastModifiedBy>
  <cp:revision>2</cp:revision>
  <dcterms:created xsi:type="dcterms:W3CDTF">2026-07-06T17:22:19Z</dcterms:created>
  <dcterms:modified xsi:type="dcterms:W3CDTF">2026-07-06T17:25:02Z</dcterms:modified>
</cp:coreProperties>
</file>